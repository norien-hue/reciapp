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Tecnologico - ReciApp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1728216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97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9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- Mobile App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353312"/>
            <a:ext cx="7315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353312"/>
            <a:ext cx="54864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5331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0.81.5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movil multiplataforma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792224"/>
            <a:ext cx="7315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792224"/>
            <a:ext cx="54864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79222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54 + Expo Router 6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+ navegacion file-based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231136"/>
            <a:ext cx="7315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231136"/>
            <a:ext cx="54864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23113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5.9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tipado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734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</a:rPr>
              <a:t>▼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990088"/>
            <a:ext cx="7863840" cy="1728216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0815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ESTILOS + ESTADO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337560"/>
            <a:ext cx="7315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337560"/>
            <a:ext cx="54864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3375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NativeWind + Tailwind CSS 3.4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utility-first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776472"/>
            <a:ext cx="7315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3776472"/>
            <a:ext cx="54864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77647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4.5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estado global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215384"/>
            <a:ext cx="7315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215384"/>
            <a:ext cx="54864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21538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local (offline cache)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</a:rPr>
              <a:t>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4974336"/>
            <a:ext cx="7863840" cy="1728216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50657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(pendiente)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" y="5321808"/>
            <a:ext cx="7315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4400" y="5321808"/>
            <a:ext cx="54864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532180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(Node.js + Express)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implementar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" y="5760720"/>
            <a:ext cx="7315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4400" y="5760720"/>
            <a:ext cx="54864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57607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4400" y="6199632"/>
            <a:ext cx="7315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4400" y="6199632"/>
            <a:ext cx="54864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Text 36"/>
          <p:cNvSpPr/>
          <p:nvPr/>
        </p:nvSpPr>
        <p:spPr>
          <a:xfrm>
            <a:off x="1097280" y="619963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SimpleJsonToken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Autenticacion por tokens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 Carpetas - ReciApp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938528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_layout.tsx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Auth guard + connection check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connection-modal.tsx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Modal offline (Recargar/Offline)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636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(auth)/login.tsx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Formulario login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8379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(auth)/register.tsx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Formulario registro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0391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(tabs)/productos/index.tsx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Lista + busqueda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(tabs)/productos/[barcode].tsx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Detalle producto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(tabs)/historial.tsx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Historial reciclaje + CO2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642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(tabs)/perfil.tsx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Perfil + TAP + check API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114800" cy="1133856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411480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store/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authStore.ts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Token, usuario, guest, cache completo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447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connectionStore.ts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Estado online/offline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6484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productStore.ts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Lista productos + filtro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8496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recycleStore.ts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Historial de reciclaje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4069080" cy="1133856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960120"/>
            <a:ext cx="406908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9601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services/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2344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api.ts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Interfaz ApiService (contrato)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00600" y="14356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api.offline.ts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Implementacion mock/offline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0600" y="163677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api.client.ts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Implementacion real (pendiente)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00600" y="18379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index.ts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Factory getApiService()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167128"/>
            <a:ext cx="4069080" cy="1133856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167128"/>
            <a:ext cx="406908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1671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components/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4414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Button.tsx, Container.tsx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00600" y="2642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ProductCard.tsx, SearchBar.tsx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00600" y="28437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StatCard.tsx, TapModal.tsx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00600" y="30449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RecycleHistoryItem.tsx, EmptyState.tsx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09160" y="3374136"/>
            <a:ext cx="4069080" cy="73152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374136"/>
            <a:ext cx="406908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3741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types/ + data/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6484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types/index.ts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Usuario, Producto, Recicla...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00600" y="38496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data/mockData.ts</a:t>
            </a:r>
            <a:pPr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Datos filler offline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4160520"/>
            <a:ext cx="8412480" cy="86868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8640" y="4206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9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Flujo de la App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Start  →  Check API  →  Modal (Recargar / Modo offline)  →  Login / Guest  →  Tabs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4690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(Guest)  →  "Iniciar sesion"  →  Check API  →  Online: Login | Offline: Modal reconexion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ReciApp - Diagramas</dc:title>
  <dc:subject>PptxGenJS Presentation</dc:subject>
  <dc:creator>ReciApp Team</dc:creator>
  <cp:lastModifiedBy>ReciApp Team</cp:lastModifiedBy>
  <cp:revision>1</cp:revision>
  <dcterms:created xsi:type="dcterms:W3CDTF">2026-03-12T11:09:43Z</dcterms:created>
  <dcterms:modified xsi:type="dcterms:W3CDTF">2026-03-12T11:09:43Z</dcterms:modified>
</cp:coreProperties>
</file>