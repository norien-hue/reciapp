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Stack Tecnologico - ReciApp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1728216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0972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693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FRONTEND - Mobile App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1353312"/>
            <a:ext cx="73152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353312"/>
            <a:ext cx="54864" cy="38404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353312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0.81.5  </a:t>
            </a:r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movil multiplataforma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792224"/>
            <a:ext cx="73152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792224"/>
            <a:ext cx="54864" cy="38404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179222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54 + Expo Router 6  </a:t>
            </a:r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navegacion file-based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2231136"/>
            <a:ext cx="73152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2231136"/>
            <a:ext cx="54864" cy="38404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2231136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5.9  </a:t>
            </a:r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tipado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0" y="27340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A34A"/>
                </a:solidFill>
              </a:rPr>
              <a:t>▼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2990088"/>
            <a:ext cx="7863840" cy="1728216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0815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ESTILOS + ESTADO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3337560"/>
            <a:ext cx="73152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14400" y="3337560"/>
            <a:ext cx="54864" cy="38404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333756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NativeWind + Tailwind CSS 3.4  </a:t>
            </a:r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Estilos utility-first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3776472"/>
            <a:ext cx="73152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4400" y="3776472"/>
            <a:ext cx="54864" cy="38404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3776472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4.5  </a:t>
            </a:r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estado global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4400" y="4215384"/>
            <a:ext cx="73152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14400" y="4215384"/>
            <a:ext cx="54864" cy="38404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4215384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AsyncStorage  </a:t>
            </a:r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local (offline cache)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0" y="47183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A34A"/>
                </a:solidFill>
              </a:rPr>
              <a:t>▼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0080" y="4974336"/>
            <a:ext cx="7863840" cy="1728216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2960" y="506577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BACKEND (pendiente)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4400" y="5321808"/>
            <a:ext cx="73152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914400" y="5321808"/>
            <a:ext cx="54864" cy="38404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1097280" y="5321808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(Node.js + Express)  </a:t>
            </a:r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de implementar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14400" y="5760720"/>
            <a:ext cx="73152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4400" y="5760720"/>
            <a:ext cx="54864" cy="38404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Text 33"/>
          <p:cNvSpPr/>
          <p:nvPr/>
        </p:nvSpPr>
        <p:spPr>
          <a:xfrm>
            <a:off x="1097280" y="576072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  </a:t>
            </a:r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relacional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14400" y="6199632"/>
            <a:ext cx="73152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14400" y="6199632"/>
            <a:ext cx="54864" cy="38404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8" name="Text 36"/>
          <p:cNvSpPr/>
          <p:nvPr/>
        </p:nvSpPr>
        <p:spPr>
          <a:xfrm>
            <a:off x="1097280" y="6199632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/ SimpleJsonToken  </a:t>
            </a:r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Autenticacion por tokens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Arquitectura de Carpetas - ReciApp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14800" cy="1938528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4114800" cy="25603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601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app/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_layout.tsx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Auth guard + connection check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43560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connection-modal.tsx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Modal offline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(auth)/login.tsx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Formulario login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8379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(auth)/register.tsx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Formulario registro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203911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(tabs)/productos/index.tsx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Lista + busqueda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224028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(tabs)/productos/[barcode].tsx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Detalle producto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244144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(tabs)/historial.tsx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Historial reciclaje + CO2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264261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(tabs)/perfil.tsx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Perfil + TAP + editar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" y="2971800"/>
            <a:ext cx="4114800" cy="1133856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971800"/>
            <a:ext cx="4114800" cy="25603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9718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store/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2461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authStore.ts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Token, usuario, guest, login/logout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" y="344728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connectionStore.ts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Estado online/offline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364845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productStore.ts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Lista productos + filtro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384962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recycleStore.ts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Historial de reciclaje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09160" y="960120"/>
            <a:ext cx="4069080" cy="1133856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960120"/>
            <a:ext cx="4069080" cy="25603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96012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services/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600" y="123444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api.ts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Interfaz ApiService (contrato)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00600" y="143560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api.offline.ts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Implementacion mock/offline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00600" y="163677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api.client.ts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Implementacion real (pendiente)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00600" y="183794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index.ts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Factory getApiService()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09160" y="2167128"/>
            <a:ext cx="4069080" cy="1133856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2167128"/>
            <a:ext cx="4069080" cy="25603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1" name="Text 29"/>
          <p:cNvSpPr/>
          <p:nvPr/>
        </p:nvSpPr>
        <p:spPr>
          <a:xfrm>
            <a:off x="4800600" y="216712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components/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00600" y="244144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Button.tsx, Container.tsx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00600" y="2642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ProductCard.tsx, SearchBar.tsx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00600" y="28437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StatCard.tsx, TapModal.tsx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00600" y="304495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RecycleHistoryItem.tsx, EmptyState.tsx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709160" y="3374136"/>
            <a:ext cx="4069080" cy="73152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09160" y="3374136"/>
            <a:ext cx="4069080" cy="25603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8" name="Text 36"/>
          <p:cNvSpPr/>
          <p:nvPr/>
        </p:nvSpPr>
        <p:spPr>
          <a:xfrm>
            <a:off x="4800600" y="337413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types/ + data/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00600" y="364845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types/index.ts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Usuario, Producto, Recicla...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800600" y="38496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data/mockData.ts</a:t>
            </a:r>
            <a:pPr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Datos filler offline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4389120"/>
            <a:ext cx="8412480" cy="64008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48640" y="44348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693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Flujo de la App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46817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Start  →  Check API  →  Modal (online/offline)  →  Login / Guest  →  Tabs (Productos | Historial | Perfil)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ReciApp - Diagramas</dc:title>
  <dc:subject>PptxGenJS Presentation</dc:subject>
  <dc:creator>ReciApp Team</dc:creator>
  <cp:lastModifiedBy>ReciApp Team</cp:lastModifiedBy>
  <cp:revision>1</cp:revision>
  <dcterms:created xsi:type="dcterms:W3CDTF">2026-03-12T10:27:43Z</dcterms:created>
  <dcterms:modified xsi:type="dcterms:W3CDTF">2026-03-12T10:27:43Z</dcterms:modified>
</cp:coreProperties>
</file>